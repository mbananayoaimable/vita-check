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520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" y="0"/>
            <a:ext cx="16459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D3D32"/>
          </a:solidFill>
          <a:ln w="12700">
            <a:solidFill>
              <a:srgbClr val="0D3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0920" y="822960"/>
            <a:ext cx="822960" cy="822960"/>
          </a:xfrm>
          <a:prstGeom prst="ellipse">
            <a:avLst/>
          </a:prstGeom>
          <a:solidFill>
            <a:srgbClr val="1D9E75">
              <a:alpha val="4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0" y="1920240"/>
            <a:ext cx="1371600" cy="1371600"/>
          </a:xfrm>
          <a:prstGeom prst="ellipse">
            <a:avLst/>
          </a:prstGeom>
          <a:solidFill>
            <a:srgbClr val="1D9E75">
              <a:alpha val="25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5240" y="3017520"/>
            <a:ext cx="640080" cy="640080"/>
          </a:xfrm>
          <a:prstGeom prst="ellipse">
            <a:avLst/>
          </a:prstGeom>
          <a:solidFill>
            <a:srgbClr val="D85A30">
              <a:alpha val="35000"/>
            </a:srgbClr>
          </a:solidFill>
          <a:ln w="12700">
            <a:solidFill>
              <a:srgbClr val="D85A3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00200"/>
            <a:ext cx="1097280" cy="1097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" y="226771"/>
            <a:ext cx="6056070" cy="1254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VitaCheck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1261872" y="96012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234086" y="1600200"/>
            <a:ext cx="5709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patients &amp; caregivers with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symptom analysis and AI health insights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47802" y="2176272"/>
            <a:ext cx="502920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8346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371600" y="2834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MBANANAYO AIMABLE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65760" y="32461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371600" y="3246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SOD-B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65760" y="36576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School: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371600" y="3657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Lycée de Kicukiro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97564" y="4069080"/>
            <a:ext cx="31566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                 VITA CHECK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VitaCheck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914400"/>
          </a:xfrm>
          <a:prstGeom prst="rect">
            <a:avLst/>
          </a:prstGeom>
          <a:solidFill>
            <a:srgbClr val="E1F5EE"/>
          </a:solidFill>
          <a:ln w="12700">
            <a:solidFill>
              <a:srgbClr val="CFE8E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52728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143000"/>
            <a:ext cx="722376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VitaCheck AI is an intelligent, offline-capable health assistant built to empower patients and caregivers with instant symptom analysis, AI-powered health insights, and preventive care guidance — all packaged in a single HTML file.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" y="228600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8E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2286000"/>
            <a:ext cx="265176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42316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3090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11480" y="3520440"/>
            <a:ext cx="2651760" cy="1143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health information accessible to every patient and caregiver, anywhere, even offline.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46120" y="228600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8E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46120" y="2286000"/>
            <a:ext cx="265176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242316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46120" y="3090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246120" y="3520440"/>
            <a:ext cx="2651760" cy="1143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healthier world powered by AI — bridging critical gaps in healthcare access.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080760" y="228600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8E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080760" y="2286000"/>
            <a:ext cx="265176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423160"/>
            <a:ext cx="594360" cy="5943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80760" y="3090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080760" y="3520440"/>
            <a:ext cx="2651760" cy="1143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Empathy, Accuracy &amp; Privacy — trust at every interaction.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E28"/>
          </a:solidFill>
          <a:ln w="12700">
            <a:solidFill>
              <a:srgbClr val="0A2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60520" cy="1078992"/>
          </a:xfrm>
          <a:prstGeom prst="rect">
            <a:avLst/>
          </a:prstGeom>
          <a:solidFill>
            <a:srgbClr val="F4FAFA"/>
          </a:solidFill>
          <a:ln w="12700">
            <a:solidFill>
              <a:srgbClr val="CFE8E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64008" cy="10789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08176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188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 Checker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32688" y="15361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Chat-based interface powered by Claude AI — describe symptoms in plain language, receive structured health insights and urgency scores instantly.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1097280"/>
            <a:ext cx="4160520" cy="1078992"/>
          </a:xfrm>
          <a:prstGeom prst="rect">
            <a:avLst/>
          </a:prstGeom>
          <a:solidFill>
            <a:srgbClr val="F4FAFA"/>
          </a:solidFill>
          <a:ln w="12700">
            <a:solidFill>
              <a:srgbClr val="CFE8E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097280"/>
            <a:ext cx="64008" cy="107899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08176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1188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Insights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367528" y="15361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topic cards (Heart Health, Diabetes, Nutrition, Mental Health, Sleep, Immunity, Blood Pressure, Hydration) with AI-generated guidance.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74320" y="2331720"/>
            <a:ext cx="4160520" cy="1078992"/>
          </a:xfrm>
          <a:prstGeom prst="rect">
            <a:avLst/>
          </a:prstGeom>
          <a:solidFill>
            <a:srgbClr val="F4FAFA"/>
          </a:solidFill>
          <a:ln w="12700">
            <a:solidFill>
              <a:srgbClr val="CFE8E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331720"/>
            <a:ext cx="64008" cy="10789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642616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2688" y="2423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Tips Library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932688" y="27706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daily tips across 6 categories: Nutrition, Exercise, Sleep, Mental Health, Preventive Care, and Hygiene.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709160" y="2331720"/>
            <a:ext cx="4160520" cy="1078992"/>
          </a:xfrm>
          <a:prstGeom prst="rect">
            <a:avLst/>
          </a:prstGeom>
          <a:solidFill>
            <a:srgbClr val="F4FAFA"/>
          </a:solidFill>
          <a:ln w="12700">
            <a:solidFill>
              <a:srgbClr val="CFE8E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2331720"/>
            <a:ext cx="64008" cy="10789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642616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67528" y="2423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Dashboard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367528" y="27706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history of all symptom checks. Shows total checks, average score, history timeline, and printable PDF health reports.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274320" y="3566160"/>
            <a:ext cx="4160520" cy="1078992"/>
          </a:xfrm>
          <a:prstGeom prst="rect">
            <a:avLst/>
          </a:prstGeom>
          <a:solidFill>
            <a:srgbClr val="F4FAFA"/>
          </a:solidFill>
          <a:ln w="12700">
            <a:solidFill>
              <a:srgbClr val="CFE8E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3566160"/>
            <a:ext cx="64008" cy="107899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877056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2688" y="3657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32688" y="40050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sign-up and login with per-user data isolation. Each user's history is stored privately using browser localStorage.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709160" y="3566160"/>
            <a:ext cx="4160520" cy="1078992"/>
          </a:xfrm>
          <a:prstGeom prst="rect">
            <a:avLst/>
          </a:prstGeom>
          <a:solidFill>
            <a:srgbClr val="F4FAFA"/>
          </a:solidFill>
          <a:ln w="12700">
            <a:solidFill>
              <a:srgbClr val="CFE8E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09160" y="3566160"/>
            <a:ext cx="64008" cy="10789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877056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67528" y="3657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Responsive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5367528" y="40050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with no backend server. Runs as a single HTML file — works on desktop and mobile, online or offline.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VitaCheck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0060" y="1143000"/>
            <a:ext cx="1874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8E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280160"/>
            <a:ext cx="685800" cy="68580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121408"/>
            <a:ext cx="621792" cy="621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834640"/>
            <a:ext cx="18745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/ Login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3310128"/>
            <a:ext cx="18745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free account. Data is stored securely in your browser — no server needed.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77440" y="2377440"/>
            <a:ext cx="164592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143000"/>
            <a:ext cx="1874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8E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280160"/>
            <a:ext cx="685800" cy="68580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5468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2121408"/>
            <a:ext cx="621792" cy="6217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2834640"/>
            <a:ext cx="18745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Symptoms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2560320" y="3310128"/>
            <a:ext cx="18745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how you feel in the Symptom Checker chat. The AI analyses your input in seconds.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480560" y="2377440"/>
            <a:ext cx="164592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63440" y="1143000"/>
            <a:ext cx="1874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8E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257800" y="1280160"/>
            <a:ext cx="685800" cy="68580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25780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2121408"/>
            <a:ext cx="621792" cy="6217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63440" y="2834640"/>
            <a:ext cx="18745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AI Insight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663440" y="3310128"/>
            <a:ext cx="18745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VitaCheck AI responds with a full health assessment, possible causes, and a score / 100.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583680" y="2377440"/>
            <a:ext cx="164592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766560" y="1143000"/>
            <a:ext cx="1874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8E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360920" y="1280160"/>
            <a:ext cx="685800" cy="68580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36092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2121408"/>
            <a:ext cx="621792" cy="62179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66560" y="2834640"/>
            <a:ext cx="18745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History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6766560" y="3310128"/>
            <a:ext cx="187452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is saved to your Dashboard. View trends, scores, and print PDF reports.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105156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 rot="10800000" flipV="1">
            <a:off x="457200" y="960119"/>
            <a:ext cx="3886200" cy="193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/>
              <a:t>This is the </a:t>
            </a:r>
            <a:r>
              <a:rPr lang="en-US" sz="3000" dirty="0" err="1"/>
              <a:t>vitaCheck</a:t>
            </a:r>
            <a:r>
              <a:rPr lang="en-US" sz="3000" dirty="0"/>
              <a:t> home</a:t>
            </a:r>
          </a:p>
          <a:p>
            <a:pPr marL="0" indent="0">
              <a:buNone/>
            </a:pPr>
            <a:r>
              <a:rPr lang="en-US" sz="3000" dirty="0"/>
              <a:t>Page that shows how it</a:t>
            </a:r>
          </a:p>
          <a:p>
            <a:pPr marL="0" indent="0">
              <a:buNone/>
            </a:pPr>
            <a:r>
              <a:rPr lang="en-US" sz="3000" dirty="0"/>
              <a:t>Works and it also shows</a:t>
            </a:r>
          </a:p>
          <a:p>
            <a:pPr marL="0" indent="0">
              <a:buNone/>
            </a:pPr>
            <a:r>
              <a:rPr lang="en-US" sz="3000" dirty="0"/>
              <a:t>How you can sin up in</a:t>
            </a:r>
          </a:p>
          <a:p>
            <a:pPr marL="0" indent="0">
              <a:buNone/>
            </a:pPr>
            <a:r>
              <a:rPr lang="en-US" sz="3000" dirty="0" err="1"/>
              <a:t>vitaCheck</a:t>
            </a:r>
            <a:r>
              <a:rPr lang="en-US" sz="3000" dirty="0"/>
              <a:t> and even contact. </a:t>
            </a:r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26060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68603" y="1949501"/>
            <a:ext cx="26060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68603" y="2673706"/>
            <a:ext cx="26060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08760" y="3200400"/>
            <a:ext cx="26060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508760" y="3703320"/>
            <a:ext cx="26060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08760" y="4206240"/>
            <a:ext cx="26060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097280"/>
            <a:ext cx="4114800" cy="3749040"/>
          </a:xfrm>
          <a:prstGeom prst="rect">
            <a:avLst/>
          </a:prstGeom>
          <a:solidFill>
            <a:srgbClr val="F4FAFA"/>
          </a:solidFill>
          <a:ln w="12700">
            <a:solidFill>
              <a:srgbClr val="CFE8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097280"/>
            <a:ext cx="4114800" cy="4572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097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Pages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1700784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FE8E2"/>
            </a:solidFill>
            <a:prstDash val="solid"/>
          </a:ln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764792"/>
            <a:ext cx="292608" cy="29260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166360" y="1700784"/>
            <a:ext cx="3429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Sign Up    —  User authentication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754880" y="2203704"/>
            <a:ext cx="3931920" cy="438912"/>
          </a:xfrm>
          <a:prstGeom prst="rect">
            <a:avLst/>
          </a:prstGeom>
          <a:solidFill>
            <a:srgbClr val="EAF8F4"/>
          </a:solidFill>
          <a:ln w="6350">
            <a:solidFill>
              <a:srgbClr val="CFE8E2"/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267712"/>
            <a:ext cx="292608" cy="29260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166360" y="2203704"/>
            <a:ext cx="3429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Checker  —  AI chat diagnosis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4754880" y="2706624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FE8E2"/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770632"/>
            <a:ext cx="292608" cy="29260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166360" y="2706624"/>
            <a:ext cx="3429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           —  8 health topics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4754880" y="3209544"/>
            <a:ext cx="3931920" cy="438912"/>
          </a:xfrm>
          <a:prstGeom prst="rect">
            <a:avLst/>
          </a:prstGeom>
          <a:solidFill>
            <a:srgbClr val="EAF8F4"/>
          </a:solidFill>
          <a:ln w="6350">
            <a:solidFill>
              <a:srgbClr val="CFE8E2"/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273552"/>
            <a:ext cx="292608" cy="29260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166360" y="3209544"/>
            <a:ext cx="3429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Tips            —  6 tip categories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4754880" y="3712464"/>
            <a:ext cx="3931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FE8E2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3776472"/>
            <a:ext cx="292608" cy="29260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166360" y="3712464"/>
            <a:ext cx="3429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           —  History &amp; scores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4754880" y="4215384"/>
            <a:ext cx="3931920" cy="438912"/>
          </a:xfrm>
          <a:prstGeom prst="rect">
            <a:avLst/>
          </a:prstGeom>
          <a:solidFill>
            <a:srgbClr val="EAF8F4"/>
          </a:solidFill>
          <a:ln w="6350">
            <a:solidFill>
              <a:srgbClr val="CFE8E2"/>
            </a:solidFill>
            <a:prstDash val="solid"/>
          </a:ln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4279392"/>
            <a:ext cx="292608" cy="29260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5166360" y="4215384"/>
            <a:ext cx="3429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&amp; Contact    —  Mission &amp; values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Interface — Screen Overview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60520" cy="1627632"/>
          </a:xfrm>
          <a:prstGeom prst="rect">
            <a:avLst/>
          </a:prstGeom>
          <a:solidFill>
            <a:srgbClr val="0D3D32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4160520" cy="228600"/>
          </a:xfrm>
          <a:prstGeom prst="rect">
            <a:avLst/>
          </a:prstGeom>
          <a:solidFill>
            <a:srgbClr val="082820"/>
          </a:solidFill>
          <a:ln w="12700">
            <a:solidFill>
              <a:srgbClr val="0828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7572"/>
            <a:ext cx="109728" cy="109728"/>
          </a:xfrm>
          <a:prstGeom prst="ellipse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14757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147572"/>
            <a:ext cx="109728" cy="10972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" y="1135685"/>
            <a:ext cx="3200400" cy="150876"/>
          </a:xfrm>
          <a:prstGeom prst="rect">
            <a:avLst/>
          </a:prstGeom>
          <a:solidFill>
            <a:srgbClr val="1A4A3A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1135685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CFE8E2"/>
                </a:solidFill>
              </a:rPr>
              <a:t>vitacheck.ai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20040" y="13716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 Screen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37260" y="1847088"/>
            <a:ext cx="2926080" cy="82296"/>
          </a:xfrm>
          <a:prstGeom prst="rect">
            <a:avLst/>
          </a:prstGeom>
          <a:solidFill>
            <a:srgbClr val="1D9E75">
              <a:alpha val="5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" y="2029968"/>
            <a:ext cx="3383280" cy="82296"/>
          </a:xfrm>
          <a:prstGeom prst="rect">
            <a:avLst/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2167128"/>
            <a:ext cx="2286000" cy="82296"/>
          </a:xfrm>
          <a:prstGeom prst="rect">
            <a:avLst/>
          </a:prstGeom>
          <a:solidFill>
            <a:srgbClr val="1D9E75">
              <a:alpha val="5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" y="2331720"/>
            <a:ext cx="3108960" cy="82296"/>
          </a:xfrm>
          <a:prstGeom prst="rect">
            <a:avLst/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76148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 with quick-access buttons to all 4 features and a live AI health score widget.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846320" y="1097280"/>
            <a:ext cx="4160520" cy="1627632"/>
          </a:xfrm>
          <a:prstGeom prst="rect">
            <a:avLst/>
          </a:prstGeom>
          <a:solidFill>
            <a:srgbClr val="0D3D32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097280"/>
            <a:ext cx="4160520" cy="228600"/>
          </a:xfrm>
          <a:prstGeom prst="rect">
            <a:avLst/>
          </a:prstGeom>
          <a:solidFill>
            <a:srgbClr val="082820"/>
          </a:solidFill>
          <a:ln w="12700">
            <a:solidFill>
              <a:srgbClr val="0828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1147572"/>
            <a:ext cx="109728" cy="109728"/>
          </a:xfrm>
          <a:prstGeom prst="ellipse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114757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1147572"/>
            <a:ext cx="109728" cy="10972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41264" y="1135685"/>
            <a:ext cx="3200400" cy="150876"/>
          </a:xfrm>
          <a:prstGeom prst="rect">
            <a:avLst/>
          </a:prstGeom>
          <a:solidFill>
            <a:srgbClr val="1A4A3A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41264" y="1135685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CFE8E2"/>
                </a:solidFill>
              </a:rPr>
              <a:t>vitacheck.ai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846320" y="13716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Symptom Checker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63540" y="1847088"/>
            <a:ext cx="2926080" cy="82296"/>
          </a:xfrm>
          <a:prstGeom prst="rect">
            <a:avLst/>
          </a:prstGeom>
          <a:solidFill>
            <a:srgbClr val="1D9E75">
              <a:alpha val="5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34940" y="2029968"/>
            <a:ext cx="3383280" cy="82296"/>
          </a:xfrm>
          <a:prstGeom prst="rect">
            <a:avLst/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83580" y="2167128"/>
            <a:ext cx="2286000" cy="82296"/>
          </a:xfrm>
          <a:prstGeom prst="rect">
            <a:avLst/>
          </a:prstGeom>
          <a:solidFill>
            <a:srgbClr val="1D9E75">
              <a:alpha val="5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72100" y="2331720"/>
            <a:ext cx="3108960" cy="82296"/>
          </a:xfrm>
          <a:prstGeom prst="rect">
            <a:avLst/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76148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Chat-based interface. Describe symptoms → AI replies with analysis, causes &amp; urgency score.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0040" y="2971800"/>
            <a:ext cx="4160520" cy="1627632"/>
          </a:xfrm>
          <a:prstGeom prst="rect">
            <a:avLst/>
          </a:prstGeom>
          <a:solidFill>
            <a:srgbClr val="0D3D32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2971800"/>
            <a:ext cx="4160520" cy="228600"/>
          </a:xfrm>
          <a:prstGeom prst="rect">
            <a:avLst/>
          </a:prstGeom>
          <a:solidFill>
            <a:srgbClr val="082820"/>
          </a:solidFill>
          <a:ln w="12700">
            <a:solidFill>
              <a:srgbClr val="0828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022092"/>
            <a:ext cx="109728" cy="109728"/>
          </a:xfrm>
          <a:prstGeom prst="ellipse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302209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3022092"/>
            <a:ext cx="109728" cy="10972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4984" y="3010205"/>
            <a:ext cx="3200400" cy="150876"/>
          </a:xfrm>
          <a:prstGeom prst="rect">
            <a:avLst/>
          </a:prstGeom>
          <a:solidFill>
            <a:srgbClr val="1A4A3A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4984" y="3010205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CFE8E2"/>
                </a:solidFill>
              </a:rPr>
              <a:t>vitacheck.ai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20040" y="32461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Health Dashboard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37260" y="3721608"/>
            <a:ext cx="2926080" cy="82296"/>
          </a:xfrm>
          <a:prstGeom prst="rect">
            <a:avLst/>
          </a:prstGeom>
          <a:solidFill>
            <a:srgbClr val="1D9E75">
              <a:alpha val="5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8660" y="3904488"/>
            <a:ext cx="3383280" cy="82296"/>
          </a:xfrm>
          <a:prstGeom prst="rect">
            <a:avLst/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57300" y="4041648"/>
            <a:ext cx="2286000" cy="82296"/>
          </a:xfrm>
          <a:prstGeom prst="rect">
            <a:avLst/>
          </a:prstGeom>
          <a:solidFill>
            <a:srgbClr val="1D9E75">
              <a:alpha val="5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5820" y="4206240"/>
            <a:ext cx="3108960" cy="82296"/>
          </a:xfrm>
          <a:prstGeom prst="rect">
            <a:avLst/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63600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all symptom checks. Shows statistics, average score, history list and printable reports.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846320" y="2971800"/>
            <a:ext cx="4160520" cy="1627632"/>
          </a:xfrm>
          <a:prstGeom prst="rect">
            <a:avLst/>
          </a:prstGeom>
          <a:solidFill>
            <a:srgbClr val="0D3D32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2971800"/>
            <a:ext cx="4160520" cy="228600"/>
          </a:xfrm>
          <a:prstGeom prst="rect">
            <a:avLst/>
          </a:prstGeom>
          <a:solidFill>
            <a:srgbClr val="082820"/>
          </a:solidFill>
          <a:ln w="12700">
            <a:solidFill>
              <a:srgbClr val="0828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37760" y="3022092"/>
            <a:ext cx="109728" cy="109728"/>
          </a:xfrm>
          <a:prstGeom prst="ellipse">
            <a:avLst/>
          </a:prstGeom>
          <a:solidFill>
            <a:srgbClr val="E55353"/>
          </a:solidFill>
          <a:ln w="12700">
            <a:solidFill>
              <a:srgbClr val="E5535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20640" y="302209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03520" y="3022092"/>
            <a:ext cx="109728" cy="10972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41264" y="3010205"/>
            <a:ext cx="3200400" cy="150876"/>
          </a:xfrm>
          <a:prstGeom prst="rect">
            <a:avLst/>
          </a:prstGeom>
          <a:solidFill>
            <a:srgbClr val="1A4A3A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41264" y="3010205"/>
            <a:ext cx="32004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CFE8E2"/>
                </a:solidFill>
              </a:rPr>
              <a:t>vitacheck.ai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846320" y="32461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AI Insights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63540" y="3721608"/>
            <a:ext cx="2926080" cy="82296"/>
          </a:xfrm>
          <a:prstGeom prst="rect">
            <a:avLst/>
          </a:prstGeom>
          <a:solidFill>
            <a:srgbClr val="1D9E75">
              <a:alpha val="5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34940" y="3904488"/>
            <a:ext cx="3383280" cy="82296"/>
          </a:xfrm>
          <a:prstGeom prst="rect">
            <a:avLst/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83580" y="4041648"/>
            <a:ext cx="2286000" cy="82296"/>
          </a:xfrm>
          <a:prstGeom prst="rect">
            <a:avLst/>
          </a:prstGeom>
          <a:solidFill>
            <a:srgbClr val="1D9E75">
              <a:alpha val="5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72100" y="4206240"/>
            <a:ext cx="3108960" cy="82296"/>
          </a:xfrm>
          <a:prstGeom prst="rect">
            <a:avLst/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463600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health topic pills — tap any topic to get a full AI-generated health guidance card instantly.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37160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Open vita_check.html in any web browser to run the live application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743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457200" y="1874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my trainers, mentors, and the entire APADE team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00400" y="2359152"/>
            <a:ext cx="2743200" cy="45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487168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— VitaCheck AI — was made possible through the dedicated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and unwavering support of my trainers at Lycée de Kicukiro.</a:t>
            </a:r>
            <a:endParaRPr lang="en-US" sz="1250" dirty="0"/>
          </a:p>
          <a:p>
            <a:pPr marL="0" indent="0" algn="ctr">
              <a:buNone/>
            </a:pP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mentorship and technical encouragement throughout this journey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F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shaped not only this project, but my growth as a developer.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950208"/>
            <a:ext cx="731520" cy="7315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MBANANAYO AIMABLE  •  L3 SOD-B  •  Lycée de Kicukiro  •  APADE 2025  •  VitaCheck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620</Words>
  <Application>Microsoft Office PowerPoint</Application>
  <PresentationFormat>On-screen Show (16:9)</PresentationFormat>
  <Paragraphs>86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VitaCheck AI - APADE Project Presentation</dc:title>
  <dc:subject>PptxGenJS Presentation</dc:subject>
  <dc:creator>MBANANAYO AIMABLE</dc:creator>
  <cp:lastModifiedBy>Obed silver</cp:lastModifiedBy>
  <cp:revision>2</cp:revision>
  <dcterms:created xsi:type="dcterms:W3CDTF">2026-05-12T07:35:47Z</dcterms:created>
  <dcterms:modified xsi:type="dcterms:W3CDTF">2026-05-12T08:11:37Z</dcterms:modified>
</cp:coreProperties>
</file>